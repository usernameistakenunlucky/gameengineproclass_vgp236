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30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EB32-0699-4EA5-AB16-28BADA8529D9}" type="datetimeFigureOut">
              <a:rPr lang="en-CA" smtClean="0"/>
              <a:t>02/06/2026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74FD-0A14-450A-98CA-86E7B87D47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62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EB32-0699-4EA5-AB16-28BADA8529D9}" type="datetimeFigureOut">
              <a:rPr lang="en-CA" smtClean="0"/>
              <a:t>02/06/2026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74FD-0A14-450A-98CA-86E7B87D47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356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EB32-0699-4EA5-AB16-28BADA8529D9}" type="datetimeFigureOut">
              <a:rPr lang="en-CA" smtClean="0"/>
              <a:t>02/06/2026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74FD-0A14-450A-98CA-86E7B87D47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91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EB32-0699-4EA5-AB16-28BADA8529D9}" type="datetimeFigureOut">
              <a:rPr lang="en-CA" smtClean="0"/>
              <a:t>02/06/2026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74FD-0A14-450A-98CA-86E7B87D47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540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EB32-0699-4EA5-AB16-28BADA8529D9}" type="datetimeFigureOut">
              <a:rPr lang="en-CA" smtClean="0"/>
              <a:t>02/06/2026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74FD-0A14-450A-98CA-86E7B87D47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0075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EB32-0699-4EA5-AB16-28BADA8529D9}" type="datetimeFigureOut">
              <a:rPr lang="en-CA" smtClean="0"/>
              <a:t>02/06/2026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74FD-0A14-450A-98CA-86E7B87D47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7891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EB32-0699-4EA5-AB16-28BADA8529D9}" type="datetimeFigureOut">
              <a:rPr lang="en-CA" smtClean="0"/>
              <a:t>02/06/2026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74FD-0A14-450A-98CA-86E7B87D47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305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EB32-0699-4EA5-AB16-28BADA8529D9}" type="datetimeFigureOut">
              <a:rPr lang="en-CA" smtClean="0"/>
              <a:t>02/06/2026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74FD-0A14-450A-98CA-86E7B87D47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2980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EB32-0699-4EA5-AB16-28BADA8529D9}" type="datetimeFigureOut">
              <a:rPr lang="en-CA" smtClean="0"/>
              <a:t>02/06/2026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74FD-0A14-450A-98CA-86E7B87D47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12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EB32-0699-4EA5-AB16-28BADA8529D9}" type="datetimeFigureOut">
              <a:rPr lang="en-CA" smtClean="0"/>
              <a:t>02/06/2026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74FD-0A14-450A-98CA-86E7B87D47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489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EB32-0699-4EA5-AB16-28BADA8529D9}" type="datetimeFigureOut">
              <a:rPr lang="en-CA" smtClean="0"/>
              <a:t>02/06/2026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74FD-0A14-450A-98CA-86E7B87D47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3420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D87EB32-0699-4EA5-AB16-28BADA8529D9}" type="datetimeFigureOut">
              <a:rPr lang="en-CA" smtClean="0"/>
              <a:t>02/06/2026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F7074FD-0A14-450A-98CA-86E7B87D47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65476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9461D5-40D1-5DAD-2B7B-97E538F3D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4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A76D67-2E22-9A8F-2BCD-D12CF15EE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1629"/>
            <a:ext cx="9144000" cy="2387600"/>
          </a:xfrm>
        </p:spPr>
        <p:txBody>
          <a:bodyPr/>
          <a:lstStyle/>
          <a:p>
            <a:r>
              <a:rPr lang="en-CA" dirty="0" err="1"/>
              <a:t>Europis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89E9E-0D68-5ADB-620D-80720E1AC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31304"/>
            <a:ext cx="9144000" cy="1655762"/>
          </a:xfrm>
        </p:spPr>
        <p:txBody>
          <a:bodyPr/>
          <a:lstStyle/>
          <a:p>
            <a:r>
              <a:rPr lang="en-CA" dirty="0"/>
              <a:t>Game Engine Programming Final</a:t>
            </a:r>
            <a:br>
              <a:rPr lang="en-CA" dirty="0"/>
            </a:br>
            <a:r>
              <a:rPr lang="en-CA" dirty="0"/>
              <a:t>Riley B - Solo</a:t>
            </a:r>
          </a:p>
        </p:txBody>
      </p:sp>
    </p:spTree>
    <p:extLst>
      <p:ext uri="{BB962C8B-B14F-4D97-AF65-F5344CB8AC3E}">
        <p14:creationId xmlns:p14="http://schemas.microsoft.com/office/powerpoint/2010/main" val="342027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3A078-CD1D-0DB2-F576-7C8E6FE1A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3F45FB-6ABF-634D-616F-26D5B96F1C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154" y="4670161"/>
            <a:ext cx="3162846" cy="2819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9EE43A-D542-906E-8100-94F7174F3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highlight>
                  <a:srgbClr val="000000"/>
                </a:highlight>
              </a:rPr>
              <a:t>Gameplay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DCA09-FC49-A8D1-033A-3AA8AFF41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CA" sz="2400" dirty="0">
                <a:highlight>
                  <a:srgbClr val="000000"/>
                </a:highlight>
              </a:rPr>
              <a:t>Player is a tiny simple looking creature</a:t>
            </a:r>
          </a:p>
          <a:p>
            <a:r>
              <a:rPr lang="en-CA" sz="2400" dirty="0">
                <a:highlight>
                  <a:srgbClr val="000000"/>
                </a:highlight>
              </a:rPr>
              <a:t>They will swim around a 2d environment collecting food to grow and items to evolve / upgrade themselves (simple automatic addons, not an in-depth character creator like Spore)</a:t>
            </a:r>
          </a:p>
          <a:p>
            <a:r>
              <a:rPr lang="en-CA" sz="2400" dirty="0">
                <a:highlight>
                  <a:srgbClr val="000000"/>
                </a:highlight>
              </a:rPr>
              <a:t>Evade, hunt and fight other creatures with simple “collision combat” to earn as many points as you can</a:t>
            </a:r>
          </a:p>
          <a:p>
            <a:pPr marL="0" indent="0">
              <a:buNone/>
            </a:pPr>
            <a:endParaRPr lang="en-CA" sz="2400" dirty="0">
              <a:highlight>
                <a:srgbClr val="000000"/>
              </a:highlight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AC8354D-FBBF-5187-4788-429929E09B01}"/>
              </a:ext>
            </a:extLst>
          </p:cNvPr>
          <p:cNvSpPr txBox="1">
            <a:spLocks/>
          </p:cNvSpPr>
          <p:nvPr/>
        </p:nvSpPr>
        <p:spPr>
          <a:xfrm>
            <a:off x="7488767" y="3559571"/>
            <a:ext cx="4182533" cy="3201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2400" dirty="0">
              <a:highlight>
                <a:srgbClr val="000000"/>
              </a:highlight>
            </a:endParaRPr>
          </a:p>
          <a:p>
            <a:endParaRPr lang="en-CA" sz="2400" dirty="0">
              <a:highlight>
                <a:srgbClr val="000000"/>
              </a:highlight>
            </a:endParaRPr>
          </a:p>
          <a:p>
            <a:pPr marL="0" indent="0">
              <a:buNone/>
            </a:pPr>
            <a:r>
              <a:rPr lang="en-CA" sz="2400" dirty="0">
                <a:highlight>
                  <a:srgbClr val="000000"/>
                </a:highlight>
              </a:rPr>
              <a:t>Rare power-ups or upgrades could be looted from certain enemy types</a:t>
            </a:r>
            <a:br>
              <a:rPr lang="en-CA" sz="2400" dirty="0"/>
            </a:b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13583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152A32-805A-5488-8308-33AB3588C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098CE7-4619-68CC-6F2E-1BD97298D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highlight>
                  <a:srgbClr val="000000"/>
                </a:highlight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D0AA8-89B1-DAA9-3E51-A436BA852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ighlight>
                  <a:srgbClr val="000000"/>
                </a:highlight>
              </a:rPr>
              <a:t>Last as long as you can, collecting upgrades and making your own build by combining a small number of possible upgrades / abilities (like spikes for collision damage, poison cloud for AOE, or speed boosts for a snatch and grab style)</a:t>
            </a:r>
          </a:p>
          <a:p>
            <a:endParaRPr lang="en-CA" dirty="0">
              <a:highlight>
                <a:srgbClr val="000000"/>
              </a:highlight>
            </a:endParaRPr>
          </a:p>
          <a:p>
            <a:r>
              <a:rPr lang="en-CA" dirty="0">
                <a:highlight>
                  <a:srgbClr val="000000"/>
                </a:highlight>
              </a:rPr>
              <a:t>Game ends when the player runs out of HP and dies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02876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140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Europis</vt:lpstr>
      <vt:lpstr>Gameplay</vt:lpstr>
      <vt:lpstr>Objective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Riley Keith Bain</dc:creator>
  <cp:lastModifiedBy>Riley Keith Bain</cp:lastModifiedBy>
  <cp:revision>2</cp:revision>
  <dcterms:created xsi:type="dcterms:W3CDTF">2026-06-03T03:32:04Z</dcterms:created>
  <dcterms:modified xsi:type="dcterms:W3CDTF">2026-06-03T04:04:18Z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de0556-1f76-452e-9e94-03158f226e4e_Enabled">
    <vt:lpwstr>true</vt:lpwstr>
  </property>
  <property fmtid="{D5CDD505-2E9C-101B-9397-08002B2CF9AE}" pid="3" name="MSIP_Label_cdde0556-1f76-452e-9e94-03158f226e4e_SetDate">
    <vt:lpwstr>2026-06-03T03:35:08Z</vt:lpwstr>
  </property>
  <property fmtid="{D5CDD505-2E9C-101B-9397-08002B2CF9AE}" pid="4" name="MSIP_Label_cdde0556-1f76-452e-9e94-03158f226e4e_Method">
    <vt:lpwstr>Standard</vt:lpwstr>
  </property>
  <property fmtid="{D5CDD505-2E9C-101B-9397-08002B2CF9AE}" pid="5" name="MSIP_Label_cdde0556-1f76-452e-9e94-03158f226e4e_Name">
    <vt:lpwstr>Private</vt:lpwstr>
  </property>
  <property fmtid="{D5CDD505-2E9C-101B-9397-08002B2CF9AE}" pid="6" name="MSIP_Label_cdde0556-1f76-452e-9e94-03158f226e4e_SiteId">
    <vt:lpwstr>7015a19d-0dbb-4c31-8709-253cf07f631f</vt:lpwstr>
  </property>
  <property fmtid="{D5CDD505-2E9C-101B-9397-08002B2CF9AE}" pid="7" name="MSIP_Label_cdde0556-1f76-452e-9e94-03158f226e4e_ActionId">
    <vt:lpwstr>5e8a7072-cfc7-47bb-bd13-3b1bc7a472a7</vt:lpwstr>
  </property>
  <property fmtid="{D5CDD505-2E9C-101B-9397-08002B2CF9AE}" pid="8" name="MSIP_Label_cdde0556-1f76-452e-9e94-03158f226e4e_ContentBits">
    <vt:lpwstr>0</vt:lpwstr>
  </property>
  <property fmtid="{D5CDD505-2E9C-101B-9397-08002B2CF9AE}" pid="9" name="MSIP_Label_cdde0556-1f76-452e-9e94-03158f226e4e_Tag">
    <vt:lpwstr>10, 3, 0, 1</vt:lpwstr>
  </property>
</Properties>
</file>